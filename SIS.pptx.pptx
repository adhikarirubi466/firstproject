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DM Sans Italics" charset="1" panose="00000000000000000000"/>
      <p:regular r:id="rId21"/>
    </p:embeddedFont>
    <p:embeddedFont>
      <p:font typeface="Now Bold" charset="1" panose="00000800000000000000"/>
      <p:regular r:id="rId22"/>
    </p:embeddedFont>
    <p:embeddedFont>
      <p:font typeface="Canva Sans" charset="1" panose="020B0503030501040103"/>
      <p:regular r:id="rId23"/>
    </p:embeddedFont>
    <p:embeddedFont>
      <p:font typeface="DM Sans Bold" charset="1" panose="00000000000000000000"/>
      <p:regular r:id="rId24"/>
    </p:embeddedFont>
    <p:embeddedFont>
      <p:font typeface="DM Sans" charset="1" panose="00000000000000000000"/>
      <p:regular r:id="rId25"/>
    </p:embeddedFont>
    <p:embeddedFont>
      <p:font typeface="Canva Sans Bold" charset="1" panose="020B08030305010401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Relationship Id="rId6" Target="../media/image22.jpeg" Type="http://schemas.openxmlformats.org/officeDocument/2006/relationships/image"/><Relationship Id="rId7" Target="../media/image23.jpeg" Type="http://schemas.openxmlformats.org/officeDocument/2006/relationships/image"/><Relationship Id="rId8" Target="../media/image24.jpeg" Type="http://schemas.openxmlformats.org/officeDocument/2006/relationships/image"/><Relationship Id="rId9" Target="../media/image2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43.png" Type="http://schemas.openxmlformats.org/officeDocument/2006/relationships/image"/><Relationship Id="rId4" Target="../media/image44.jpeg" Type="http://schemas.openxmlformats.org/officeDocument/2006/relationships/image"/><Relationship Id="rId5" Target="../media/image4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3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98462" y="-859462"/>
            <a:ext cx="2037819" cy="11958151"/>
          </a:xfrm>
          <a:custGeom>
            <a:avLst/>
            <a:gdLst/>
            <a:ahLst/>
            <a:cxnLst/>
            <a:rect r="r" b="b" t="t" l="l"/>
            <a:pathLst>
              <a:path h="11958151" w="2037819">
                <a:moveTo>
                  <a:pt x="0" y="0"/>
                </a:moveTo>
                <a:lnTo>
                  <a:pt x="2037819" y="0"/>
                </a:lnTo>
                <a:lnTo>
                  <a:pt x="2037819" y="11958151"/>
                </a:lnTo>
                <a:lnTo>
                  <a:pt x="0" y="11958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08957" y="-101114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946633" y="649481"/>
            <a:ext cx="6951302" cy="8987928"/>
            <a:chOff x="0" y="0"/>
            <a:chExt cx="9268403" cy="119839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" y="0"/>
              <a:ext cx="9268333" cy="11983847"/>
            </a:xfrm>
            <a:custGeom>
              <a:avLst/>
              <a:gdLst/>
              <a:ahLst/>
              <a:cxnLst/>
              <a:rect r="r" b="b" t="t" l="l"/>
              <a:pathLst>
                <a:path h="11983847" w="9268333">
                  <a:moveTo>
                    <a:pt x="9268333" y="11942572"/>
                  </a:moveTo>
                  <a:cubicBezTo>
                    <a:pt x="9268333" y="11981180"/>
                    <a:pt x="9256903" y="11983847"/>
                    <a:pt x="9226931" y="11983847"/>
                  </a:cubicBezTo>
                  <a:cubicBezTo>
                    <a:pt x="6152769" y="11983085"/>
                    <a:pt x="3078734" y="11983085"/>
                    <a:pt x="4572" y="11983085"/>
                  </a:cubicBezTo>
                  <a:cubicBezTo>
                    <a:pt x="0" y="11966956"/>
                    <a:pt x="6985" y="11952351"/>
                    <a:pt x="10160" y="11937365"/>
                  </a:cubicBezTo>
                  <a:cubicBezTo>
                    <a:pt x="145288" y="11283188"/>
                    <a:pt x="280543" y="10629138"/>
                    <a:pt x="416052" y="9974961"/>
                  </a:cubicBezTo>
                  <a:cubicBezTo>
                    <a:pt x="609346" y="9042400"/>
                    <a:pt x="803021" y="8110093"/>
                    <a:pt x="996061" y="7177532"/>
                  </a:cubicBezTo>
                  <a:cubicBezTo>
                    <a:pt x="1234567" y="6025896"/>
                    <a:pt x="1472565" y="4874260"/>
                    <a:pt x="1710944" y="3722751"/>
                  </a:cubicBezTo>
                  <a:cubicBezTo>
                    <a:pt x="1953133" y="2552954"/>
                    <a:pt x="2195576" y="1383157"/>
                    <a:pt x="2438400" y="213487"/>
                  </a:cubicBezTo>
                  <a:cubicBezTo>
                    <a:pt x="2453132" y="142367"/>
                    <a:pt x="2462657" y="69469"/>
                    <a:pt x="2486533" y="762"/>
                  </a:cubicBezTo>
                  <a:cubicBezTo>
                    <a:pt x="4733417" y="762"/>
                    <a:pt x="6980301" y="762"/>
                    <a:pt x="9227058" y="0"/>
                  </a:cubicBezTo>
                  <a:cubicBezTo>
                    <a:pt x="9257538" y="0"/>
                    <a:pt x="9267951" y="3937"/>
                    <a:pt x="9267951" y="41783"/>
                  </a:cubicBezTo>
                  <a:cubicBezTo>
                    <a:pt x="9267190" y="4008755"/>
                    <a:pt x="9267190" y="7975853"/>
                    <a:pt x="9268206" y="11942699"/>
                  </a:cubicBezTo>
                  <a:close/>
                </a:path>
              </a:pathLst>
            </a:custGeom>
            <a:blipFill>
              <a:blip r:embed="rId6"/>
              <a:stretch>
                <a:fillRect l="-46903" t="0" r="-46868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295175" y="863050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30079" y="6875677"/>
            <a:ext cx="7913921" cy="186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3029" i="true">
                <a:solidFill>
                  <a:srgbClr val="FFFBF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Presented by:</a:t>
            </a:r>
          </a:p>
          <a:p>
            <a:pPr algn="l">
              <a:lnSpc>
                <a:spcPts val="3726"/>
              </a:lnSpc>
            </a:pPr>
            <a:r>
              <a:rPr lang="en-US" sz="3029" i="true">
                <a:solidFill>
                  <a:srgbClr val="FFFBF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Rubi Adhikari(022-368)</a:t>
            </a:r>
          </a:p>
          <a:p>
            <a:pPr algn="l">
              <a:lnSpc>
                <a:spcPts val="3726"/>
              </a:lnSpc>
            </a:pPr>
            <a:r>
              <a:rPr lang="en-US" sz="3029" i="true">
                <a:solidFill>
                  <a:srgbClr val="FFFBF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Aashika Pandey(022-391)</a:t>
            </a:r>
          </a:p>
          <a:p>
            <a:pPr algn="l">
              <a:lnSpc>
                <a:spcPts val="3726"/>
              </a:lnSpc>
            </a:pPr>
            <a:r>
              <a:rPr lang="en-US" sz="3029" i="true">
                <a:solidFill>
                  <a:srgbClr val="FFFBF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Shristi Dhakal(022-376)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8050" y="2279851"/>
            <a:ext cx="10959085" cy="248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SMART IRRIGATION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3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53673" y="0"/>
            <a:ext cx="4434327" cy="10287000"/>
            <a:chOff x="0" y="0"/>
            <a:chExt cx="591243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1248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912485">
                  <a:moveTo>
                    <a:pt x="0" y="0"/>
                  </a:moveTo>
                  <a:lnTo>
                    <a:pt x="5912485" y="0"/>
                  </a:lnTo>
                  <a:lnTo>
                    <a:pt x="5912485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3988" t="0" r="-12398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370311" y="1439819"/>
            <a:ext cx="9649349" cy="1225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4"/>
              </a:lnSpc>
            </a:pPr>
            <a:r>
              <a:rPr lang="en-US" sz="8020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78464" y="3914332"/>
            <a:ext cx="9497120" cy="202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2547181" indent="-849060" lvl="2">
              <a:lnSpc>
                <a:spcPts val="8141"/>
              </a:lnSpc>
              <a:buFont typeface="Arial"/>
              <a:buChar char="⚬"/>
            </a:pPr>
            <a:r>
              <a:rPr lang="en-US" b="true" sz="589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Smart Irrigation System ??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3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79700" y="4519303"/>
            <a:ext cx="1137117" cy="1137117"/>
          </a:xfrm>
          <a:custGeom>
            <a:avLst/>
            <a:gdLst/>
            <a:ahLst/>
            <a:cxnLst/>
            <a:rect r="r" b="b" t="t" l="l"/>
            <a:pathLst>
              <a:path h="1137117" w="1137117">
                <a:moveTo>
                  <a:pt x="0" y="0"/>
                </a:moveTo>
                <a:lnTo>
                  <a:pt x="1137117" y="0"/>
                </a:lnTo>
                <a:lnTo>
                  <a:pt x="1137117" y="1137117"/>
                </a:lnTo>
                <a:lnTo>
                  <a:pt x="0" y="11371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79700" y="7852312"/>
            <a:ext cx="1525382" cy="1240575"/>
          </a:xfrm>
          <a:custGeom>
            <a:avLst/>
            <a:gdLst/>
            <a:ahLst/>
            <a:cxnLst/>
            <a:rect r="r" b="b" t="t" l="l"/>
            <a:pathLst>
              <a:path h="1240575" w="1525382">
                <a:moveTo>
                  <a:pt x="0" y="0"/>
                </a:moveTo>
                <a:lnTo>
                  <a:pt x="1525382" y="0"/>
                </a:lnTo>
                <a:lnTo>
                  <a:pt x="1525382" y="1240575"/>
                </a:lnTo>
                <a:lnTo>
                  <a:pt x="0" y="12405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3" r="0" b="-2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29498" y="0"/>
            <a:ext cx="2658502" cy="2561830"/>
          </a:xfrm>
          <a:custGeom>
            <a:avLst/>
            <a:gdLst/>
            <a:ahLst/>
            <a:cxnLst/>
            <a:rect r="r" b="b" t="t" l="l"/>
            <a:pathLst>
              <a:path h="2561830" w="2658502">
                <a:moveTo>
                  <a:pt x="0" y="0"/>
                </a:moveTo>
                <a:lnTo>
                  <a:pt x="2658502" y="0"/>
                </a:lnTo>
                <a:lnTo>
                  <a:pt x="2658502" y="2561830"/>
                </a:lnTo>
                <a:lnTo>
                  <a:pt x="0" y="25618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3" r="0" b="-3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809276" y="7852312"/>
            <a:ext cx="2893030" cy="2893030"/>
          </a:xfrm>
          <a:custGeom>
            <a:avLst/>
            <a:gdLst/>
            <a:ahLst/>
            <a:cxnLst/>
            <a:rect r="r" b="b" t="t" l="l"/>
            <a:pathLst>
              <a:path h="2893030" w="2893030">
                <a:moveTo>
                  <a:pt x="0" y="0"/>
                </a:moveTo>
                <a:lnTo>
                  <a:pt x="2893030" y="0"/>
                </a:lnTo>
                <a:lnTo>
                  <a:pt x="2893030" y="2893030"/>
                </a:lnTo>
                <a:lnTo>
                  <a:pt x="0" y="28930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02260" y="1209675"/>
            <a:ext cx="5801499" cy="104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2"/>
              </a:lnSpc>
            </a:pPr>
            <a:r>
              <a:rPr lang="en-US" b="true" sz="80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74799" y="4281091"/>
            <a:ext cx="9525" cy="104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82663" y="2558614"/>
            <a:ext cx="16576637" cy="5540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89490" indent="-494745" lvl="1">
              <a:lnSpc>
                <a:spcPts val="6320"/>
              </a:lnSpc>
              <a:buFont typeface="Arial"/>
              <a:buChar char="•"/>
            </a:pPr>
            <a:r>
              <a:rPr lang="en-US" sz="458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 reduce water wastage.</a:t>
            </a:r>
          </a:p>
          <a:p>
            <a:pPr algn="just" marL="989490" indent="-494745" lvl="1">
              <a:lnSpc>
                <a:spcPts val="6323"/>
              </a:lnSpc>
              <a:buFont typeface="Arial"/>
              <a:buChar char="•"/>
            </a:pPr>
            <a:r>
              <a:rPr lang="en-US" sz="458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Fully automate the irrigation process to reduce manual effort.</a:t>
            </a:r>
          </a:p>
          <a:p>
            <a:pPr algn="l" marL="989490" indent="-494745" lvl="1">
              <a:lnSpc>
                <a:spcPts val="6320"/>
              </a:lnSpc>
              <a:buFont typeface="Arial"/>
              <a:buChar char="•"/>
            </a:pPr>
            <a:r>
              <a:rPr lang="en-US" sz="458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Create a Blynk interface for live monitoring and control.</a:t>
            </a:r>
          </a:p>
          <a:p>
            <a:pPr algn="l" marL="989490" indent="-494745" lvl="1">
              <a:lnSpc>
                <a:spcPts val="6320"/>
              </a:lnSpc>
              <a:buFont typeface="Arial"/>
              <a:buChar char="•"/>
            </a:pPr>
            <a:r>
              <a:rPr lang="en-US" sz="458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Establish a database connection to store and manage sensor data effectively.</a:t>
            </a:r>
          </a:p>
          <a:p>
            <a:pPr algn="l">
              <a:lnSpc>
                <a:spcPts val="632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3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153400" y="0"/>
            <a:ext cx="15809510" cy="10805163"/>
            <a:chOff x="0" y="0"/>
            <a:chExt cx="21079347" cy="144068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79333" cy="14406880"/>
            </a:xfrm>
            <a:custGeom>
              <a:avLst/>
              <a:gdLst/>
              <a:ahLst/>
              <a:cxnLst/>
              <a:rect r="r" b="b" t="t" l="l"/>
              <a:pathLst>
                <a:path h="14406880" w="21079333">
                  <a:moveTo>
                    <a:pt x="0" y="0"/>
                  </a:moveTo>
                  <a:lnTo>
                    <a:pt x="12761468" y="0"/>
                  </a:lnTo>
                  <a:lnTo>
                    <a:pt x="21079333" y="14406880"/>
                  </a:lnTo>
                  <a:lnTo>
                    <a:pt x="8317865" y="144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94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8153400" y="0"/>
            <a:ext cx="15809510" cy="10805163"/>
            <a:chOff x="0" y="0"/>
            <a:chExt cx="21079347" cy="144068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79333" cy="14406880"/>
            </a:xfrm>
            <a:custGeom>
              <a:avLst/>
              <a:gdLst/>
              <a:ahLst/>
              <a:cxnLst/>
              <a:rect r="r" b="b" t="t" l="l"/>
              <a:pathLst>
                <a:path h="14406880" w="21079333">
                  <a:moveTo>
                    <a:pt x="0" y="0"/>
                  </a:moveTo>
                  <a:lnTo>
                    <a:pt x="12761468" y="0"/>
                  </a:lnTo>
                  <a:lnTo>
                    <a:pt x="21079333" y="14406880"/>
                  </a:lnTo>
                  <a:lnTo>
                    <a:pt x="8317865" y="144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59" t="0" r="-1259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2622339" y="7919689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8" y="0"/>
                </a:lnTo>
                <a:lnTo>
                  <a:pt x="6452848" y="5596379"/>
                </a:lnTo>
                <a:lnTo>
                  <a:pt x="0" y="5596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367400" y="-2798190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8" y="0"/>
                </a:lnTo>
                <a:lnTo>
                  <a:pt x="6452848" y="5596379"/>
                </a:lnTo>
                <a:lnTo>
                  <a:pt x="0" y="5596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40652" y="733425"/>
            <a:ext cx="7788245" cy="138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0"/>
              </a:lnSpc>
            </a:pPr>
            <a:r>
              <a:rPr lang="en-US" sz="8000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COMPONENTS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60805" y="2165858"/>
            <a:ext cx="8189912" cy="7012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943100" indent="-647700" lvl="2">
              <a:lnSpc>
                <a:spcPts val="6208"/>
              </a:lnSpc>
              <a:buFont typeface="Arial"/>
              <a:buChar char="⚬"/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Frame Relay</a:t>
            </a:r>
          </a:p>
          <a:p>
            <a:pPr algn="just" marL="1943100" indent="-647700" lvl="2">
              <a:lnSpc>
                <a:spcPts val="6208"/>
              </a:lnSpc>
              <a:buFont typeface="Arial"/>
              <a:buChar char="⚬"/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ESP 8266</a:t>
            </a:r>
          </a:p>
          <a:p>
            <a:pPr algn="just" marL="1943100" indent="-647700" lvl="2">
              <a:lnSpc>
                <a:spcPts val="6208"/>
              </a:lnSpc>
              <a:buFont typeface="Arial"/>
              <a:buChar char="⚬"/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Soil Moisture Sensor</a:t>
            </a:r>
          </a:p>
          <a:p>
            <a:pPr algn="just" marL="1943100" indent="-647700" lvl="2">
              <a:lnSpc>
                <a:spcPts val="6208"/>
              </a:lnSpc>
              <a:buFont typeface="Arial"/>
              <a:buChar char="⚬"/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Buzzer</a:t>
            </a:r>
          </a:p>
          <a:p>
            <a:pPr algn="just" marL="1943100" indent="-647700" lvl="2">
              <a:lnSpc>
                <a:spcPts val="6208"/>
              </a:lnSpc>
              <a:buFont typeface="Arial"/>
              <a:buChar char="⚬"/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DC Water Pump</a:t>
            </a:r>
          </a:p>
          <a:p>
            <a:pPr algn="just" marL="1943100" indent="-647700" lvl="2">
              <a:lnSpc>
                <a:spcPts val="6208"/>
              </a:lnSpc>
              <a:buFont typeface="Arial"/>
              <a:buChar char="⚬"/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LED</a:t>
            </a:r>
          </a:p>
          <a:p>
            <a:pPr algn="just" marL="1943100" indent="-647700" lvl="2">
              <a:lnSpc>
                <a:spcPts val="6208"/>
              </a:lnSpc>
              <a:buFont typeface="Arial"/>
              <a:buChar char="⚬"/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Jumper Wires</a:t>
            </a:r>
          </a:p>
          <a:p>
            <a:pPr algn="just" marL="1943100" indent="-647700" lvl="2">
              <a:lnSpc>
                <a:spcPts val="6208"/>
              </a:lnSpc>
              <a:buFont typeface="Arial"/>
              <a:buChar char="⚬"/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Bread Board</a:t>
            </a:r>
          </a:p>
          <a:p>
            <a:pPr algn="just">
              <a:lnSpc>
                <a:spcPts val="620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3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990600" y="647700"/>
            <a:ext cx="3048000" cy="3048000"/>
            <a:chOff x="0" y="0"/>
            <a:chExt cx="4064000" cy="4064000"/>
          </a:xfrm>
        </p:grpSpPr>
        <p:sp>
          <p:nvSpPr>
            <p:cNvPr name="Freeform 3" id="3" descr="Relay Module 5V 1 Channel | Daraz.com.np"/>
            <p:cNvSpPr/>
            <p:nvPr/>
          </p:nvSpPr>
          <p:spPr>
            <a:xfrm flipH="false" flipV="false" rot="0">
              <a:off x="0" y="0"/>
              <a:ext cx="4064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4064000"/>
                  </a:lnTo>
                  <a:lnTo>
                    <a:pt x="0" y="406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966593" y="680641"/>
            <a:ext cx="3015059" cy="3015060"/>
            <a:chOff x="0" y="0"/>
            <a:chExt cx="4423833" cy="4423833"/>
          </a:xfrm>
        </p:grpSpPr>
        <p:sp>
          <p:nvSpPr>
            <p:cNvPr name="Freeform 5" id="5" descr="Soil Moisture Sensor | Daraz.com.np"/>
            <p:cNvSpPr/>
            <p:nvPr/>
          </p:nvSpPr>
          <p:spPr>
            <a:xfrm flipH="false" flipV="false" rot="0">
              <a:off x="0" y="0"/>
              <a:ext cx="4423791" cy="4423791"/>
            </a:xfrm>
            <a:custGeom>
              <a:avLst/>
              <a:gdLst/>
              <a:ahLst/>
              <a:cxnLst/>
              <a:rect r="r" b="b" t="t" l="l"/>
              <a:pathLst>
                <a:path h="4423791" w="4423791">
                  <a:moveTo>
                    <a:pt x="0" y="0"/>
                  </a:moveTo>
                  <a:lnTo>
                    <a:pt x="4423791" y="0"/>
                  </a:lnTo>
                  <a:lnTo>
                    <a:pt x="4423791" y="4423791"/>
                  </a:lnTo>
                  <a:lnTo>
                    <a:pt x="0" y="4423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819230" y="647700"/>
            <a:ext cx="3217333" cy="3048000"/>
            <a:chOff x="0" y="0"/>
            <a:chExt cx="4673600" cy="4427621"/>
          </a:xfrm>
        </p:grpSpPr>
        <p:sp>
          <p:nvSpPr>
            <p:cNvPr name="Freeform 7" id="7" descr="Buzzer Ringer 12mm Mini Active Piezo Buzzers mini buzzer 5V 2pcs |  Daraz.com.np"/>
            <p:cNvSpPr/>
            <p:nvPr/>
          </p:nvSpPr>
          <p:spPr>
            <a:xfrm flipH="false" flipV="false" rot="0">
              <a:off x="0" y="0"/>
              <a:ext cx="4673600" cy="4427601"/>
            </a:xfrm>
            <a:custGeom>
              <a:avLst/>
              <a:gdLst/>
              <a:ahLst/>
              <a:cxnLst/>
              <a:rect r="r" b="b" t="t" l="l"/>
              <a:pathLst>
                <a:path h="4427601" w="4673600">
                  <a:moveTo>
                    <a:pt x="0" y="0"/>
                  </a:moveTo>
                  <a:lnTo>
                    <a:pt x="4673600" y="0"/>
                  </a:lnTo>
                  <a:lnTo>
                    <a:pt x="4673600" y="4427601"/>
                  </a:lnTo>
                  <a:lnTo>
                    <a:pt x="0" y="4427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898" t="-13888" r="-13208" b="-13947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966019" y="5088891"/>
            <a:ext cx="3465919" cy="3465919"/>
            <a:chOff x="0" y="0"/>
            <a:chExt cx="4621225" cy="4621225"/>
          </a:xfrm>
        </p:grpSpPr>
        <p:sp>
          <p:nvSpPr>
            <p:cNvPr name="Freeform 9" id="9" descr="DC Water Pump 3V - 5V Dc Motor Submersible Waterproof Water Pumps Aquarium  Water Pump"/>
            <p:cNvSpPr/>
            <p:nvPr/>
          </p:nvSpPr>
          <p:spPr>
            <a:xfrm flipH="false" flipV="false" rot="0">
              <a:off x="0" y="0"/>
              <a:ext cx="4621276" cy="4621276"/>
            </a:xfrm>
            <a:custGeom>
              <a:avLst/>
              <a:gdLst/>
              <a:ahLst/>
              <a:cxnLst/>
              <a:rect r="r" b="b" t="t" l="l"/>
              <a:pathLst>
                <a:path h="4621276" w="4621276">
                  <a:moveTo>
                    <a:pt x="0" y="0"/>
                  </a:moveTo>
                  <a:lnTo>
                    <a:pt x="4621276" y="0"/>
                  </a:lnTo>
                  <a:lnTo>
                    <a:pt x="4621276" y="4621276"/>
                  </a:lnTo>
                  <a:lnTo>
                    <a:pt x="0" y="46212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5137887" y="5093374"/>
            <a:ext cx="3317875" cy="3402863"/>
            <a:chOff x="0" y="0"/>
            <a:chExt cx="4423833" cy="4537151"/>
          </a:xfrm>
        </p:grpSpPr>
        <p:sp>
          <p:nvSpPr>
            <p:cNvPr name="Freeform 11" id="11" descr="What is a Jumper Wire?"/>
            <p:cNvSpPr/>
            <p:nvPr/>
          </p:nvSpPr>
          <p:spPr>
            <a:xfrm flipH="false" flipV="false" rot="0">
              <a:off x="0" y="0"/>
              <a:ext cx="4423791" cy="4537202"/>
            </a:xfrm>
            <a:custGeom>
              <a:avLst/>
              <a:gdLst/>
              <a:ahLst/>
              <a:cxnLst/>
              <a:rect r="r" b="b" t="t" l="l"/>
              <a:pathLst>
                <a:path h="4537202" w="4423791">
                  <a:moveTo>
                    <a:pt x="0" y="0"/>
                  </a:moveTo>
                  <a:lnTo>
                    <a:pt x="4423791" y="0"/>
                  </a:lnTo>
                  <a:lnTo>
                    <a:pt x="4423791" y="4537202"/>
                  </a:lnTo>
                  <a:lnTo>
                    <a:pt x="0" y="4537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3723" b="1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4689262" y="680641"/>
            <a:ext cx="4522589" cy="3015059"/>
            <a:chOff x="0" y="0"/>
            <a:chExt cx="6477000" cy="4318000"/>
          </a:xfrm>
        </p:grpSpPr>
        <p:sp>
          <p:nvSpPr>
            <p:cNvPr name="Freeform 13" id="13" descr="NodeMCU ESP8266 Development Board"/>
            <p:cNvSpPr/>
            <p:nvPr/>
          </p:nvSpPr>
          <p:spPr>
            <a:xfrm flipH="false" flipV="false" rot="0">
              <a:off x="0" y="0"/>
              <a:ext cx="6477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6477000">
                  <a:moveTo>
                    <a:pt x="0" y="0"/>
                  </a:moveTo>
                  <a:lnTo>
                    <a:pt x="6477000" y="0"/>
                  </a:lnTo>
                  <a:lnTo>
                    <a:pt x="6477000" y="4318000"/>
                  </a:lnTo>
                  <a:lnTo>
                    <a:pt x="0" y="431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966593" y="5143500"/>
            <a:ext cx="3346846" cy="3411310"/>
          </a:xfrm>
          <a:custGeom>
            <a:avLst/>
            <a:gdLst/>
            <a:ahLst/>
            <a:cxnLst/>
            <a:rect r="r" b="b" t="t" l="l"/>
            <a:pathLst>
              <a:path h="3411310" w="3346846">
                <a:moveTo>
                  <a:pt x="0" y="0"/>
                </a:moveTo>
                <a:lnTo>
                  <a:pt x="3346845" y="0"/>
                </a:lnTo>
                <a:lnTo>
                  <a:pt x="3346845" y="3411310"/>
                </a:lnTo>
                <a:lnTo>
                  <a:pt x="0" y="34113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957" t="-996" r="0" b="-996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65913" y="5242600"/>
            <a:ext cx="3388953" cy="3372750"/>
          </a:xfrm>
          <a:custGeom>
            <a:avLst/>
            <a:gdLst/>
            <a:ahLst/>
            <a:cxnLst/>
            <a:rect r="r" b="b" t="t" l="l"/>
            <a:pathLst>
              <a:path h="3372750" w="3388953">
                <a:moveTo>
                  <a:pt x="0" y="0"/>
                </a:moveTo>
                <a:lnTo>
                  <a:pt x="3388953" y="0"/>
                </a:lnTo>
                <a:lnTo>
                  <a:pt x="3388953" y="3372750"/>
                </a:lnTo>
                <a:lnTo>
                  <a:pt x="0" y="33727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8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143527" y="3918214"/>
            <a:ext cx="5918470" cy="84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08"/>
              </a:lnSpc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Soil Moisture Sensor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8995" y="3918214"/>
            <a:ext cx="3751210" cy="84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08"/>
              </a:lnSpc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Frame Relay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89262" y="3884295"/>
            <a:ext cx="3047492" cy="88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08"/>
              </a:lnSpc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ESP 8266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53437" y="3968240"/>
            <a:ext cx="2231564" cy="84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08"/>
              </a:lnSpc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Buzzer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4050" y="8529625"/>
            <a:ext cx="3818536" cy="84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08"/>
              </a:lnSpc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Water Pump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37887" y="8469085"/>
            <a:ext cx="4203257" cy="84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08"/>
              </a:lnSpc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Jumper Wires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061997" y="8529625"/>
            <a:ext cx="3780064" cy="84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08"/>
              </a:lnSpc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Bread Board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030009" y="8598249"/>
            <a:ext cx="2034038" cy="148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81"/>
              </a:lnSpc>
            </a:pPr>
            <a:r>
              <a:rPr lang="en-US" sz="433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LED</a:t>
            </a:r>
          </a:p>
          <a:p>
            <a:pPr algn="just">
              <a:lnSpc>
                <a:spcPts val="5981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3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42592" y="2624011"/>
            <a:ext cx="4506358" cy="1349746"/>
          </a:xfrm>
          <a:custGeom>
            <a:avLst/>
            <a:gdLst/>
            <a:ahLst/>
            <a:cxnLst/>
            <a:rect r="r" b="b" t="t" l="l"/>
            <a:pathLst>
              <a:path h="1349746" w="4506358">
                <a:moveTo>
                  <a:pt x="0" y="0"/>
                </a:moveTo>
                <a:lnTo>
                  <a:pt x="4506358" y="0"/>
                </a:lnTo>
                <a:lnTo>
                  <a:pt x="4506358" y="1349746"/>
                </a:lnTo>
                <a:lnTo>
                  <a:pt x="0" y="134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96157" y="3973757"/>
            <a:ext cx="4506358" cy="1349746"/>
          </a:xfrm>
          <a:custGeom>
            <a:avLst/>
            <a:gdLst/>
            <a:ahLst/>
            <a:cxnLst/>
            <a:rect r="r" b="b" t="t" l="l"/>
            <a:pathLst>
              <a:path h="1349746" w="4506358">
                <a:moveTo>
                  <a:pt x="0" y="0"/>
                </a:moveTo>
                <a:lnTo>
                  <a:pt x="4506358" y="0"/>
                </a:lnTo>
                <a:lnTo>
                  <a:pt x="4506358" y="1349746"/>
                </a:lnTo>
                <a:lnTo>
                  <a:pt x="0" y="13497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62013" y="5095529"/>
            <a:ext cx="4820658" cy="1443885"/>
          </a:xfrm>
          <a:custGeom>
            <a:avLst/>
            <a:gdLst/>
            <a:ahLst/>
            <a:cxnLst/>
            <a:rect r="r" b="b" t="t" l="l"/>
            <a:pathLst>
              <a:path h="1443885" w="4820658">
                <a:moveTo>
                  <a:pt x="0" y="0"/>
                </a:moveTo>
                <a:lnTo>
                  <a:pt x="4820658" y="0"/>
                </a:lnTo>
                <a:lnTo>
                  <a:pt x="4820658" y="1443885"/>
                </a:lnTo>
                <a:lnTo>
                  <a:pt x="0" y="1443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96157" y="6537354"/>
            <a:ext cx="5552793" cy="1450379"/>
          </a:xfrm>
          <a:custGeom>
            <a:avLst/>
            <a:gdLst/>
            <a:ahLst/>
            <a:cxnLst/>
            <a:rect r="r" b="b" t="t" l="l"/>
            <a:pathLst>
              <a:path h="1450379" w="5552793">
                <a:moveTo>
                  <a:pt x="0" y="0"/>
                </a:moveTo>
                <a:lnTo>
                  <a:pt x="5552793" y="0"/>
                </a:lnTo>
                <a:lnTo>
                  <a:pt x="5552793" y="1450379"/>
                </a:lnTo>
                <a:lnTo>
                  <a:pt x="0" y="14503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19278" y="6719112"/>
            <a:ext cx="7663393" cy="173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3"/>
              </a:lnSpc>
            </a:pPr>
            <a:r>
              <a:rPr lang="en-US" sz="48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Home Gardening</a:t>
            </a:r>
          </a:p>
          <a:p>
            <a:pPr algn="ctr">
              <a:lnSpc>
                <a:spcPts val="6723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130489" y="8152280"/>
            <a:ext cx="7673391" cy="7673391"/>
          </a:xfrm>
          <a:custGeom>
            <a:avLst/>
            <a:gdLst/>
            <a:ahLst/>
            <a:cxnLst/>
            <a:rect r="r" b="b" t="t" l="l"/>
            <a:pathLst>
              <a:path h="7673391" w="7673391">
                <a:moveTo>
                  <a:pt x="0" y="0"/>
                </a:moveTo>
                <a:lnTo>
                  <a:pt x="7673391" y="0"/>
                </a:lnTo>
                <a:lnTo>
                  <a:pt x="7673391" y="7673391"/>
                </a:lnTo>
                <a:lnTo>
                  <a:pt x="0" y="76733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436461">
            <a:off x="14152110" y="-4118246"/>
            <a:ext cx="6566182" cy="6566182"/>
          </a:xfrm>
          <a:custGeom>
            <a:avLst/>
            <a:gdLst/>
            <a:ahLst/>
            <a:cxnLst/>
            <a:rect r="r" b="b" t="t" l="l"/>
            <a:pathLst>
              <a:path h="6566182" w="6566182">
                <a:moveTo>
                  <a:pt x="0" y="0"/>
                </a:moveTo>
                <a:lnTo>
                  <a:pt x="6566182" y="0"/>
                </a:lnTo>
                <a:lnTo>
                  <a:pt x="6566182" y="6566182"/>
                </a:lnTo>
                <a:lnTo>
                  <a:pt x="0" y="65661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19278" y="2679571"/>
            <a:ext cx="8752985" cy="1626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3"/>
              </a:lnSpc>
            </a:pPr>
            <a:r>
              <a:rPr lang="en-US" sz="4872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Agriculture</a:t>
            </a:r>
          </a:p>
          <a:p>
            <a:pPr algn="ctr">
              <a:lnSpc>
                <a:spcPts val="584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579597" y="4101788"/>
            <a:ext cx="3739479" cy="88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3"/>
              </a:lnSpc>
            </a:pPr>
            <a:r>
              <a:rPr lang="en-US" sz="48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Landscaping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96155" y="402643"/>
            <a:ext cx="7676107" cy="151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040"/>
              </a:lnSpc>
            </a:pPr>
            <a:r>
              <a:rPr lang="en-US" sz="8000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APPLICATIONS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49109" y="5322640"/>
            <a:ext cx="4139890" cy="88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3"/>
              </a:lnSpc>
            </a:pPr>
            <a:r>
              <a:rPr lang="en-US" sz="48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Urban Spaces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3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9300" y="8127303"/>
            <a:ext cx="1802889" cy="1802889"/>
          </a:xfrm>
          <a:custGeom>
            <a:avLst/>
            <a:gdLst/>
            <a:ahLst/>
            <a:cxnLst/>
            <a:rect r="r" b="b" t="t" l="l"/>
            <a:pathLst>
              <a:path h="1802889" w="1802889">
                <a:moveTo>
                  <a:pt x="0" y="0"/>
                </a:moveTo>
                <a:lnTo>
                  <a:pt x="1802889" y="0"/>
                </a:lnTo>
                <a:lnTo>
                  <a:pt x="1802889" y="1802889"/>
                </a:lnTo>
                <a:lnTo>
                  <a:pt x="0" y="1802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33387" y="-1033334"/>
            <a:ext cx="2293320" cy="2293320"/>
          </a:xfrm>
          <a:custGeom>
            <a:avLst/>
            <a:gdLst/>
            <a:ahLst/>
            <a:cxnLst/>
            <a:rect r="r" b="b" t="t" l="l"/>
            <a:pathLst>
              <a:path h="2293320" w="2293320">
                <a:moveTo>
                  <a:pt x="0" y="0"/>
                </a:moveTo>
                <a:lnTo>
                  <a:pt x="2293320" y="0"/>
                </a:lnTo>
                <a:lnTo>
                  <a:pt x="2293320" y="2293320"/>
                </a:lnTo>
                <a:lnTo>
                  <a:pt x="0" y="22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29498" y="0"/>
            <a:ext cx="2658502" cy="2561830"/>
          </a:xfrm>
          <a:custGeom>
            <a:avLst/>
            <a:gdLst/>
            <a:ahLst/>
            <a:cxnLst/>
            <a:rect r="r" b="b" t="t" l="l"/>
            <a:pathLst>
              <a:path h="2561830" w="2658502">
                <a:moveTo>
                  <a:pt x="0" y="0"/>
                </a:moveTo>
                <a:lnTo>
                  <a:pt x="2658502" y="0"/>
                </a:lnTo>
                <a:lnTo>
                  <a:pt x="2658502" y="2561830"/>
                </a:lnTo>
                <a:lnTo>
                  <a:pt x="0" y="2561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3" r="0" b="-3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35851" y="1028700"/>
            <a:ext cx="3644196" cy="9110491"/>
          </a:xfrm>
          <a:custGeom>
            <a:avLst/>
            <a:gdLst/>
            <a:ahLst/>
            <a:cxnLst/>
            <a:rect r="r" b="b" t="t" l="l"/>
            <a:pathLst>
              <a:path h="9110491" w="3644196">
                <a:moveTo>
                  <a:pt x="0" y="0"/>
                </a:moveTo>
                <a:lnTo>
                  <a:pt x="3644196" y="0"/>
                </a:lnTo>
                <a:lnTo>
                  <a:pt x="3644196" y="9110491"/>
                </a:lnTo>
                <a:lnTo>
                  <a:pt x="0" y="91104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27015" y="113326"/>
            <a:ext cx="5934983" cy="107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6"/>
              </a:lnSpc>
            </a:pPr>
            <a:r>
              <a:rPr lang="en-US" sz="6896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FLOWCHART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3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57510" y="1276828"/>
            <a:ext cx="13302132" cy="8812307"/>
          </a:xfrm>
          <a:custGeom>
            <a:avLst/>
            <a:gdLst/>
            <a:ahLst/>
            <a:cxnLst/>
            <a:rect r="r" b="b" t="t" l="l"/>
            <a:pathLst>
              <a:path h="8812307" w="13302132">
                <a:moveTo>
                  <a:pt x="0" y="0"/>
                </a:moveTo>
                <a:lnTo>
                  <a:pt x="13302132" y="0"/>
                </a:lnTo>
                <a:lnTo>
                  <a:pt x="13302132" y="8812307"/>
                </a:lnTo>
                <a:lnTo>
                  <a:pt x="0" y="881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5" r="0" b="-28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15411" y="551728"/>
            <a:ext cx="9586330" cy="918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0"/>
              </a:lnSpc>
            </a:pPr>
            <a:r>
              <a:rPr lang="en-US" sz="8000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BOARD DIAGRAM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3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079" t="0" r="-1750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67464" y="538578"/>
            <a:ext cx="2931424" cy="2562227"/>
          </a:xfrm>
          <a:custGeom>
            <a:avLst/>
            <a:gdLst/>
            <a:ahLst/>
            <a:cxnLst/>
            <a:rect r="r" b="b" t="t" l="l"/>
            <a:pathLst>
              <a:path h="2562227" w="2931424">
                <a:moveTo>
                  <a:pt x="0" y="0"/>
                </a:moveTo>
                <a:lnTo>
                  <a:pt x="2931425" y="0"/>
                </a:lnTo>
                <a:lnTo>
                  <a:pt x="2931425" y="2562227"/>
                </a:lnTo>
                <a:lnTo>
                  <a:pt x="0" y="2562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3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85575" y="86377"/>
            <a:ext cx="6773375" cy="1884647"/>
            <a:chOff x="0" y="0"/>
            <a:chExt cx="9031167" cy="25128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31167" cy="2512795"/>
            </a:xfrm>
            <a:custGeom>
              <a:avLst/>
              <a:gdLst/>
              <a:ahLst/>
              <a:cxnLst/>
              <a:rect r="r" b="b" t="t" l="l"/>
              <a:pathLst>
                <a:path h="2512795" w="9031167">
                  <a:moveTo>
                    <a:pt x="0" y="0"/>
                  </a:moveTo>
                  <a:lnTo>
                    <a:pt x="9031167" y="0"/>
                  </a:lnTo>
                  <a:lnTo>
                    <a:pt x="9031167" y="2512795"/>
                  </a:lnTo>
                  <a:lnTo>
                    <a:pt x="0" y="2512795"/>
                  </a:lnTo>
                  <a:close/>
                </a:path>
              </a:pathLst>
            </a:custGeom>
            <a:blipFill>
              <a:blip r:embed="rId2"/>
              <a:stretch>
                <a:fillRect l="0" t="-103641" r="0" b="-728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031167" cy="252238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9839"/>
                </a:lnSpc>
              </a:pPr>
              <a:r>
                <a:rPr lang="en-US" sz="8199" b="true">
                  <a:solidFill>
                    <a:srgbClr val="FFFBFB"/>
                  </a:solidFill>
                  <a:latin typeface="Now Bold"/>
                  <a:ea typeface="Now Bold"/>
                  <a:cs typeface="Now Bold"/>
                  <a:sym typeface="Now Bold"/>
                </a:rPr>
                <a:t> CODE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391269" y="2474624"/>
            <a:ext cx="4451787" cy="6783676"/>
          </a:xfrm>
          <a:custGeom>
            <a:avLst/>
            <a:gdLst/>
            <a:ahLst/>
            <a:cxnLst/>
            <a:rect r="r" b="b" t="t" l="l"/>
            <a:pathLst>
              <a:path h="6783676" w="4451787">
                <a:moveTo>
                  <a:pt x="0" y="0"/>
                </a:moveTo>
                <a:lnTo>
                  <a:pt x="4451787" y="0"/>
                </a:lnTo>
                <a:lnTo>
                  <a:pt x="4451787" y="6783676"/>
                </a:lnTo>
                <a:lnTo>
                  <a:pt x="0" y="67836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85575" y="2441595"/>
            <a:ext cx="7367264" cy="5784030"/>
          </a:xfrm>
          <a:custGeom>
            <a:avLst/>
            <a:gdLst/>
            <a:ahLst/>
            <a:cxnLst/>
            <a:rect r="r" b="b" t="t" l="l"/>
            <a:pathLst>
              <a:path h="5784030" w="7367264">
                <a:moveTo>
                  <a:pt x="0" y="0"/>
                </a:moveTo>
                <a:lnTo>
                  <a:pt x="7367264" y="0"/>
                </a:lnTo>
                <a:lnTo>
                  <a:pt x="7367264" y="5784031"/>
                </a:lnTo>
                <a:lnTo>
                  <a:pt x="0" y="5784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558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6102" y="2441595"/>
            <a:ext cx="4711043" cy="6147467"/>
          </a:xfrm>
          <a:custGeom>
            <a:avLst/>
            <a:gdLst/>
            <a:ahLst/>
            <a:cxnLst/>
            <a:rect r="r" b="b" t="t" l="l"/>
            <a:pathLst>
              <a:path h="6147467" w="4711043">
                <a:moveTo>
                  <a:pt x="0" y="0"/>
                </a:moveTo>
                <a:lnTo>
                  <a:pt x="4711043" y="0"/>
                </a:lnTo>
                <a:lnTo>
                  <a:pt x="4711043" y="6147468"/>
                </a:lnTo>
                <a:lnTo>
                  <a:pt x="0" y="6147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903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534208" y="966311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9150" y="8970063"/>
            <a:ext cx="1239924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BF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Arduino IDE Code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81867" y="9380219"/>
            <a:ext cx="294002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BF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 Code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3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99340"/>
            <a:ext cx="5974843" cy="8612387"/>
          </a:xfrm>
          <a:custGeom>
            <a:avLst/>
            <a:gdLst/>
            <a:ahLst/>
            <a:cxnLst/>
            <a:rect r="r" b="b" t="t" l="l"/>
            <a:pathLst>
              <a:path h="8612387" w="5974843">
                <a:moveTo>
                  <a:pt x="0" y="0"/>
                </a:moveTo>
                <a:lnTo>
                  <a:pt x="5974843" y="0"/>
                </a:lnTo>
                <a:lnTo>
                  <a:pt x="5974843" y="8612386"/>
                </a:lnTo>
                <a:lnTo>
                  <a:pt x="0" y="8612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3576" y="1199340"/>
            <a:ext cx="7955692" cy="8612387"/>
          </a:xfrm>
          <a:custGeom>
            <a:avLst/>
            <a:gdLst/>
            <a:ahLst/>
            <a:cxnLst/>
            <a:rect r="r" b="b" t="t" l="l"/>
            <a:pathLst>
              <a:path h="8612387" w="7955692">
                <a:moveTo>
                  <a:pt x="0" y="0"/>
                </a:moveTo>
                <a:lnTo>
                  <a:pt x="7955692" y="0"/>
                </a:lnTo>
                <a:lnTo>
                  <a:pt x="7955692" y="8612386"/>
                </a:lnTo>
                <a:lnTo>
                  <a:pt x="0" y="8612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56224" y="301410"/>
            <a:ext cx="7838881" cy="72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5"/>
              </a:lnSpc>
            </a:pPr>
            <a:r>
              <a:rPr lang="en-US" sz="4779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FLASK CODE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3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7600" y="0"/>
            <a:ext cx="2643512" cy="10287000"/>
            <a:chOff x="0" y="0"/>
            <a:chExt cx="352468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24631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524631">
                  <a:moveTo>
                    <a:pt x="0" y="0"/>
                  </a:moveTo>
                  <a:lnTo>
                    <a:pt x="3524631" y="0"/>
                  </a:lnTo>
                  <a:lnTo>
                    <a:pt x="352463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714" t="0" r="-7971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5993373" y="-5458262"/>
            <a:ext cx="10196686" cy="10196686"/>
          </a:xfrm>
          <a:custGeom>
            <a:avLst/>
            <a:gdLst/>
            <a:ahLst/>
            <a:cxnLst/>
            <a:rect r="r" b="b" t="t" l="l"/>
            <a:pathLst>
              <a:path h="10196686" w="10196686">
                <a:moveTo>
                  <a:pt x="0" y="0"/>
                </a:moveTo>
                <a:lnTo>
                  <a:pt x="10196686" y="0"/>
                </a:lnTo>
                <a:lnTo>
                  <a:pt x="10196686" y="10196686"/>
                </a:lnTo>
                <a:lnTo>
                  <a:pt x="0" y="101966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97329" y="6667836"/>
            <a:ext cx="8414387" cy="8414387"/>
          </a:xfrm>
          <a:custGeom>
            <a:avLst/>
            <a:gdLst/>
            <a:ahLst/>
            <a:cxnLst/>
            <a:rect r="r" b="b" t="t" l="l"/>
            <a:pathLst>
              <a:path h="8414387" w="8414387">
                <a:moveTo>
                  <a:pt x="0" y="0"/>
                </a:moveTo>
                <a:lnTo>
                  <a:pt x="8414387" y="0"/>
                </a:lnTo>
                <a:lnTo>
                  <a:pt x="8414387" y="8414387"/>
                </a:lnTo>
                <a:lnTo>
                  <a:pt x="0" y="8414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43837" y="38042"/>
            <a:ext cx="3059749" cy="10248958"/>
            <a:chOff x="0" y="0"/>
            <a:chExt cx="4079665" cy="136652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79621" cy="13665327"/>
            </a:xfrm>
            <a:custGeom>
              <a:avLst/>
              <a:gdLst/>
              <a:ahLst/>
              <a:cxnLst/>
              <a:rect r="r" b="b" t="t" l="l"/>
              <a:pathLst>
                <a:path h="13665327" w="4079621">
                  <a:moveTo>
                    <a:pt x="0" y="0"/>
                  </a:moveTo>
                  <a:lnTo>
                    <a:pt x="4079621" y="0"/>
                  </a:lnTo>
                  <a:lnTo>
                    <a:pt x="4079621" y="13665327"/>
                  </a:lnTo>
                  <a:lnTo>
                    <a:pt x="0" y="1366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1064" t="0" r="-201065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662616" y="574891"/>
            <a:ext cx="13596684" cy="1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CODE EXPLANATION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20334" y="2372009"/>
            <a:ext cx="15481248" cy="546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5194" indent="-427597" lvl="1">
              <a:lnSpc>
                <a:spcPts val="5465"/>
              </a:lnSpc>
              <a:buFont typeface="Arial"/>
              <a:buChar char="•"/>
            </a:pPr>
            <a:r>
              <a:rPr lang="en-US" sz="396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 used C++ (Arduino IDE) to read sensor data and control the irrigation pump.</a:t>
            </a:r>
          </a:p>
          <a:p>
            <a:pPr algn="l" marL="855194" indent="-427597" lvl="1">
              <a:lnSpc>
                <a:spcPts val="5465"/>
              </a:lnSpc>
              <a:buFont typeface="Arial"/>
              <a:buChar char="•"/>
            </a:pPr>
            <a:r>
              <a:rPr lang="en-US" sz="396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 Flask backend was built to receive data and connect with a database for storing historical records.</a:t>
            </a:r>
          </a:p>
          <a:p>
            <a:pPr algn="l" marL="855194" indent="-427597" lvl="1">
              <a:lnSpc>
                <a:spcPts val="5465"/>
              </a:lnSpc>
              <a:buFont typeface="Arial"/>
              <a:buChar char="•"/>
            </a:pPr>
            <a:r>
              <a:rPr lang="en-US" sz="396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The system is integrated with the Blynk app for real-time mobile monitoring and control.</a:t>
            </a:r>
          </a:p>
          <a:p>
            <a:pPr algn="l" marL="855194" indent="-427597" lvl="1">
              <a:lnSpc>
                <a:spcPts val="5465"/>
              </a:lnSpc>
              <a:buFont typeface="Arial"/>
              <a:buChar char="•"/>
            </a:pPr>
            <a:r>
              <a:rPr lang="en-US" sz="396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Together, it enables smart, automated irrigation based on soil moisture levels.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3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62868" y="2284240"/>
            <a:ext cx="12565377" cy="6424049"/>
          </a:xfrm>
          <a:custGeom>
            <a:avLst/>
            <a:gdLst/>
            <a:ahLst/>
            <a:cxnLst/>
            <a:rect r="r" b="b" t="t" l="l"/>
            <a:pathLst>
              <a:path h="6424049" w="12565377">
                <a:moveTo>
                  <a:pt x="0" y="0"/>
                </a:moveTo>
                <a:lnTo>
                  <a:pt x="12565377" y="0"/>
                </a:lnTo>
                <a:lnTo>
                  <a:pt x="12565377" y="6424049"/>
                </a:lnTo>
                <a:lnTo>
                  <a:pt x="0" y="64240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23915" y="495616"/>
            <a:ext cx="7820001" cy="121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5"/>
              </a:lnSpc>
              <a:spcBef>
                <a:spcPct val="0"/>
              </a:spcBef>
            </a:pPr>
            <a:r>
              <a:rPr lang="en-US" b="true" sz="7215">
                <a:solidFill>
                  <a:srgbClr val="FFFBFB"/>
                </a:solidFill>
                <a:latin typeface="DM Sans Bold"/>
                <a:ea typeface="DM Sans Bold"/>
                <a:cs typeface="DM Sans Bold"/>
                <a:sym typeface="DM Sans Bold"/>
              </a:rPr>
              <a:t>BLYNK INTERFACE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3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856" y="-1687711"/>
            <a:ext cx="18425714" cy="4670369"/>
          </a:xfrm>
          <a:custGeom>
            <a:avLst/>
            <a:gdLst/>
            <a:ahLst/>
            <a:cxnLst/>
            <a:rect r="r" b="b" t="t" l="l"/>
            <a:pathLst>
              <a:path h="4670369" w="18425714">
                <a:moveTo>
                  <a:pt x="0" y="0"/>
                </a:moveTo>
                <a:lnTo>
                  <a:pt x="18425714" y="0"/>
                </a:lnTo>
                <a:lnTo>
                  <a:pt x="18425714" y="4670369"/>
                </a:lnTo>
                <a:lnTo>
                  <a:pt x="0" y="4670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78675" y="905555"/>
            <a:ext cx="10450651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CONCLUSION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7" y="0"/>
                </a:lnTo>
                <a:lnTo>
                  <a:pt x="2988937" y="570615"/>
                </a:lnTo>
                <a:lnTo>
                  <a:pt x="0" y="5706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79" r="0" b="-87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7" y="0"/>
                </a:lnTo>
                <a:lnTo>
                  <a:pt x="2988937" y="570615"/>
                </a:lnTo>
                <a:lnTo>
                  <a:pt x="0" y="5706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79" r="0" b="-87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264389"/>
            <a:ext cx="15248236" cy="5450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43100" indent="-647700" lvl="2">
              <a:lnSpc>
                <a:spcPts val="6208"/>
              </a:lnSpc>
              <a:buFont typeface="Arial"/>
              <a:buChar char="⚬"/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Saves water by preventing over-irrigation and wastage</a:t>
            </a:r>
          </a:p>
          <a:p>
            <a:pPr algn="l" marL="1943100" indent="-647700" lvl="2">
              <a:lnSpc>
                <a:spcPts val="6208"/>
              </a:lnSpc>
              <a:buFont typeface="Arial"/>
              <a:buChar char="⚬"/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Boosts crop productivity through precise watering</a:t>
            </a:r>
          </a:p>
          <a:p>
            <a:pPr algn="l" marL="1943100" indent="-647700" lvl="2">
              <a:lnSpc>
                <a:spcPts val="6208"/>
              </a:lnSpc>
              <a:buFont typeface="Arial"/>
              <a:buChar char="⚬"/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Reduces labor and operational costs</a:t>
            </a:r>
          </a:p>
          <a:p>
            <a:pPr algn="l" marL="1943100" indent="-647700" lvl="2">
              <a:lnSpc>
                <a:spcPts val="6208"/>
              </a:lnSpc>
              <a:buFont typeface="Arial"/>
              <a:buChar char="⚬"/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Useful in homes, cities, farms, and research centers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533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16534" y="2201617"/>
            <a:ext cx="11742241" cy="482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you!!</a:t>
            </a:r>
          </a:p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Ask for any Queries!!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DAGr1earlBk</dc:identifier>
  <dcterms:modified xsi:type="dcterms:W3CDTF">2011-08-01T06:04:30Z</dcterms:modified>
  <cp:revision>1</cp:revision>
  <dc:title>SIS.pptx</dc:title>
</cp:coreProperties>
</file>